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A2B88F-6C2B-608B-40B7-188C86299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DFE9C8B-FE33-DE71-E3CD-ADA357FD8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B884121-DEDE-4D13-8A1E-66EC6EFB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03719BA-4512-1DF2-CE14-5B8C6B66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ACA3731-4340-A3A2-E487-34C14529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50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B5EE50-D991-4BE3-97B2-61D6C631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AEC6F18-BE86-3D41-84DE-03EF4B559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73071F3-569B-6501-5CB9-92418A4F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DC787E-27E7-67BA-6523-A450D28A1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B9A4C0-D779-09E8-7D43-C9F7B152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3894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A0252A-C1FB-77CD-D34C-1A2BED8D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5C2DE5C-5923-06A0-BE5E-416A1DE7E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84C6E00-FF2D-7083-57A0-8DAE2DE9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0BB137-63AE-9546-2E06-853A59E6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C19649-77BF-FD79-F2EA-A5CE57C7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0063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56B56B-2940-90F7-1848-D28B91D5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572359-4CB1-52AF-0846-BF63A3C4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7B0A7DE-44C6-E8AF-0B5D-27888BBC4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B1EF6A1-580B-EFF7-0752-E3412F86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1E8F7BC-EF3D-ACAC-7120-ABD6FB48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FCDAD1-53BC-B8DD-DE37-ACBC79E6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903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DE8161-41A0-D562-007F-48906C70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1EFF9D6-2808-E519-ABC7-09BC17C67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6208B12-491B-2B23-8FB5-B65F54EC5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433C92F-D478-1343-A51F-07F9F92D5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56B6308-12B6-4C00-561A-22A0C198C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2A74F5B-6FD4-7607-F425-471E24908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D7A9CE9F-AC57-CC1A-B6DA-BBDA2A92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39579BF2-CE62-6BCC-FA0D-B6FB02B3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6469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27ED32-04C9-F81A-2626-46E80879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0A83A97-CF6D-FDF8-11C3-407BC805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ED5186C-52C9-E6ED-528D-22038786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C4D40F5-3D7C-CECC-34CD-E169231D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590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C6092F2-5387-3E77-37CD-364F7E71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727C577-127A-A90F-B1FF-0E4C83D3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AA1D0FD-51A9-1372-8A72-43C50CF8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372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CFACA9-5BBE-83DE-47B0-60FB039EB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4B1C163-5507-F4FB-7A37-3E1BCD549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B31A045-ABBB-0342-1332-9B1C3E4B1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09787A-4DF1-91F1-6426-BDF40142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BE24EFA-97FE-BF0D-E6D7-B4FAE351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929252F-B62A-D8D9-8245-D5B45021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384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D9ECCF-83F0-4B3C-9C7A-96D80CCD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0635473-9242-89DB-C2FB-DEF1EE7C8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280C405-530A-7E08-60E8-5B862FBF0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067B806-0009-326A-AD83-5B323C94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3C88103-B772-4C9D-3704-EA7F7EBC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3C41C91-58EE-50E5-99A6-319A92EE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260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D78CBD-59C0-C25E-CF80-D45C23B1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D683F48-E207-9B9F-138E-FD3F9A2B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8F19BE5-D86E-00F0-0594-1FD07E64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75C9B6A-BA21-05FA-6FFE-440F9602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BDE1B3-CEED-A393-87C3-AC2C9CCB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228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EC9AFD2-AF33-7C4F-6C78-DF424E393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589550D-0F24-7E10-B012-7943DF9DC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40C3616-E814-71E2-E3E4-41245E8D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8B2FEF9-3632-9623-0BFB-E2E67BE6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A9640B8-92A6-5A8F-5DCF-8ACFBD79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492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D5E1116-BC4D-4CBF-7447-9628C1DA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7BDAE9E-FEB6-2386-8931-E7F683D5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D55372-1F9D-F542-204E-1A7E75F0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CCB72-5F8F-4080-A7D9-F2DFC05F7504}" type="datetimeFigureOut">
              <a:rPr lang="pl-PL" smtClean="0"/>
              <a:t>18.05.2026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37A255E-C720-F22D-FCAF-57A3A294A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926FB9-A920-0BC2-C0B7-DB7EEADE3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FAFD0-0EBE-4429-A8EE-B5668D9F3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843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3FC64F-59DC-FEFD-CC68-07D089375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 err="1"/>
              <a:t>Research</a:t>
            </a:r>
            <a:r>
              <a:rPr lang="pl-PL" dirty="0"/>
              <a:t>: </a:t>
            </a:r>
            <a:r>
              <a:rPr lang="en-US" dirty="0"/>
              <a:t>Air Quality Monitoring Stations in Poland and Germany”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32C76BF-03C7-080E-4232-FF1129F1B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Hanna Makowska, Rafał Leja</a:t>
            </a:r>
          </a:p>
        </p:txBody>
      </p:sp>
    </p:spTree>
    <p:extLst>
      <p:ext uri="{BB962C8B-B14F-4D97-AF65-F5344CB8AC3E}">
        <p14:creationId xmlns:p14="http://schemas.microsoft.com/office/powerpoint/2010/main" val="186118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81EB77-AEE8-06C9-73C7-626B72B4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Why</a:t>
            </a:r>
            <a:r>
              <a:rPr lang="pl-PL" dirty="0"/>
              <a:t> </a:t>
            </a:r>
            <a:r>
              <a:rPr lang="pl-PL" dirty="0" err="1"/>
              <a:t>air</a:t>
            </a:r>
            <a:r>
              <a:rPr lang="pl-PL" dirty="0"/>
              <a:t> </a:t>
            </a:r>
            <a:r>
              <a:rPr lang="pl-PL" dirty="0" err="1"/>
              <a:t>quality</a:t>
            </a:r>
            <a:r>
              <a:rPr lang="pl-PL" dirty="0"/>
              <a:t> </a:t>
            </a:r>
            <a:r>
              <a:rPr lang="pl-PL" dirty="0" err="1"/>
              <a:t>matters</a:t>
            </a:r>
            <a:r>
              <a:rPr lang="pl-PL" dirty="0"/>
              <a:t>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3CA03FE-DD6C-8013-AB61-FCDF58770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096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7F4943-1CC7-4B0E-A225-F2D5739F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/>
              <a:t> PM2.5?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C46C88-5320-7D8D-BF58-2A99CFF45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185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DCB7FD-F313-DC65-D55F-6CB6979B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Monitoring Systems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9929071-7987-44FF-3D65-ACA5D1C4F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Poland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4C954A7-7CB3-A2EE-0BE6-08B58A0E78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590F010-7842-4041-97C6-2C684A299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dirty="0"/>
              <a:t>Germany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200A81F-FD0C-2D77-77EB-A72BB7DDF7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76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0D2780-7630-5DA1-DD8D-2F2893F2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Techniques</a:t>
            </a:r>
            <a:r>
              <a:rPr lang="pl-PL" dirty="0"/>
              <a:t> </a:t>
            </a:r>
            <a:r>
              <a:rPr lang="pl-PL" dirty="0" err="1"/>
              <a:t>used</a:t>
            </a:r>
            <a:r>
              <a:rPr lang="pl-PL" dirty="0"/>
              <a:t> in </a:t>
            </a:r>
            <a:r>
              <a:rPr lang="pl-PL" dirty="0" err="1"/>
              <a:t>air</a:t>
            </a:r>
            <a:r>
              <a:rPr lang="pl-PL" dirty="0"/>
              <a:t> </a:t>
            </a:r>
            <a:r>
              <a:rPr lang="pl-PL" dirty="0" err="1"/>
              <a:t>quality</a:t>
            </a:r>
            <a:r>
              <a:rPr lang="pl-PL" dirty="0"/>
              <a:t> </a:t>
            </a:r>
            <a:r>
              <a:rPr lang="pl-PL" dirty="0" err="1"/>
              <a:t>measurment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4C34FE1-F569-69BF-9994-72EF63230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76658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E89962-F21E-4060-4294-6EC69576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Distrbution</a:t>
            </a:r>
            <a:r>
              <a:rPr lang="pl-PL" dirty="0"/>
              <a:t> of </a:t>
            </a:r>
            <a:r>
              <a:rPr lang="pl-PL" dirty="0" err="1"/>
              <a:t>air</a:t>
            </a:r>
            <a:r>
              <a:rPr lang="pl-PL" dirty="0"/>
              <a:t> </a:t>
            </a:r>
            <a:r>
              <a:rPr lang="pl-PL" dirty="0" err="1"/>
              <a:t>quality</a:t>
            </a:r>
            <a:r>
              <a:rPr lang="pl-PL" dirty="0"/>
              <a:t> </a:t>
            </a:r>
            <a:r>
              <a:rPr lang="pl-PL" dirty="0" err="1"/>
              <a:t>stations</a:t>
            </a:r>
            <a:r>
              <a:rPr lang="pl-PL" dirty="0"/>
              <a:t> in Poland and Germany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0EA174D-2196-A80E-5624-6616D5179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606644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</Words>
  <Application>Microsoft Office PowerPoint</Application>
  <PresentationFormat>Panoramiczny</PresentationFormat>
  <Paragraphs>9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Motyw pakietu Office</vt:lpstr>
      <vt:lpstr>Research: Air Quality Monitoring Stations in Poland and Germany”</vt:lpstr>
      <vt:lpstr>Why air quality matters?</vt:lpstr>
      <vt:lpstr>What is PM2.5?</vt:lpstr>
      <vt:lpstr>Monitoring Systems</vt:lpstr>
      <vt:lpstr>Techniques used in air quality measurment</vt:lpstr>
      <vt:lpstr>Distrbution of air quality stations in Poland and Germany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 Makowska (276031)</dc:creator>
  <cp:lastModifiedBy>Hanna Makowska (276031)</cp:lastModifiedBy>
  <cp:revision>3</cp:revision>
  <dcterms:created xsi:type="dcterms:W3CDTF">2026-05-18T10:28:05Z</dcterms:created>
  <dcterms:modified xsi:type="dcterms:W3CDTF">2026-05-18T10:34:39Z</dcterms:modified>
</cp:coreProperties>
</file>